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2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9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43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76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7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8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2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55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199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71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99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34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94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9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B2F81-8D64-42C2-90E2-6CEB64FEDDD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30E89-0E42-4C88-B8DE-8A9D9866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429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815F-9DA7-A0A0-753E-260C84235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4" y="760546"/>
            <a:ext cx="12199699" cy="2911136"/>
          </a:xfrm>
        </p:spPr>
        <p:txBody>
          <a:bodyPr>
            <a:normAutofit fontScale="90000"/>
          </a:bodyPr>
          <a:lstStyle/>
          <a:p>
            <a:r>
              <a:rPr lang="en-US" sz="5300" b="1"/>
              <a:t>E-Commerce Data Analytics Internship</a:t>
            </a:r>
            <a:br>
              <a:rPr lang="en-US"/>
            </a:br>
            <a:r>
              <a:rPr lang="en-US" sz="3100"/>
              <a:t>Insights • Dashboards • Machine Learning • Reporting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DA1F1-E22C-FA65-AC66-F82FE11EB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229" y="4984524"/>
            <a:ext cx="3113314" cy="1655762"/>
          </a:xfrm>
        </p:spPr>
        <p:txBody>
          <a:bodyPr/>
          <a:lstStyle/>
          <a:p>
            <a:r>
              <a:rPr lang="en-US" b="1"/>
              <a:t>Prepared By:</a:t>
            </a:r>
            <a:br>
              <a:rPr lang="en-US"/>
            </a:br>
            <a:r>
              <a:rPr lang="en-US" b="1"/>
              <a:t>Anshul Kumawat</a:t>
            </a:r>
            <a:br>
              <a:rPr lang="en-US"/>
            </a:br>
            <a:r>
              <a:rPr lang="en-US"/>
              <a:t>Data Analyst Intern</a:t>
            </a:r>
          </a:p>
        </p:txBody>
      </p:sp>
    </p:spTree>
    <p:extLst>
      <p:ext uri="{BB962C8B-B14F-4D97-AF65-F5344CB8AC3E}">
        <p14:creationId xmlns:p14="http://schemas.microsoft.com/office/powerpoint/2010/main" val="3515177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302B-7E95-711E-A089-CFC06072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3002"/>
            <a:ext cx="5138057" cy="1293028"/>
          </a:xfrm>
        </p:spPr>
        <p:txBody>
          <a:bodyPr>
            <a:normAutofit/>
          </a:bodyPr>
          <a:lstStyle/>
          <a:p>
            <a:r>
              <a:rPr lang="en-US" b="1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09C01-A6F2-8CEF-54F6-B5084395B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41493"/>
            <a:ext cx="10820400" cy="20875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• 500,000+ records analyzed</a:t>
            </a:r>
          </a:p>
          <a:p>
            <a:pPr marL="0" indent="0">
              <a:buNone/>
            </a:pPr>
            <a:r>
              <a:rPr lang="en-US"/>
              <a:t>• SQL, Python, Excel, Power BI, </a:t>
            </a:r>
          </a:p>
          <a:p>
            <a:pPr marL="0" indent="0">
              <a:buNone/>
            </a:pPr>
            <a:r>
              <a:rPr lang="en-US"/>
              <a:t>• Objective: Analyze sales, customer behavior, and business insights</a:t>
            </a:r>
          </a:p>
          <a:p>
            <a:pPr marL="0" indent="0">
              <a:buNone/>
            </a:pP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8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1072C-BC33-F32C-2DAB-D886F27526AA}"/>
              </a:ext>
            </a:extLst>
          </p:cNvPr>
          <p:cNvSpPr txBox="1"/>
          <p:nvPr/>
        </p:nvSpPr>
        <p:spPr>
          <a:xfrm>
            <a:off x="827315" y="501133"/>
            <a:ext cx="10711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Phase 1: Data Acquisition &amp; Exploration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45254-669A-4E09-8DCB-FEA89561E410}"/>
              </a:ext>
            </a:extLst>
          </p:cNvPr>
          <p:cNvSpPr txBox="1"/>
          <p:nvPr/>
        </p:nvSpPr>
        <p:spPr>
          <a:xfrm>
            <a:off x="827315" y="1598750"/>
            <a:ext cx="92855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• Dataset imported into SQL</a:t>
            </a:r>
          </a:p>
          <a:p>
            <a:r>
              <a:rPr lang="en-US" sz="2200"/>
              <a:t>• SQL queries using joins, CTEs, window functions</a:t>
            </a:r>
          </a:p>
          <a:p>
            <a:r>
              <a:rPr lang="en-US" sz="2200"/>
              <a:t>• Python EDA (Pandas, Matplotlib)</a:t>
            </a:r>
          </a:p>
          <a:p>
            <a:r>
              <a:rPr lang="en-US" sz="2200"/>
              <a:t>• Missing values, anomalies identified</a:t>
            </a:r>
            <a:br>
              <a:rPr lang="en-US" sz="2200"/>
            </a:br>
            <a:br>
              <a:rPr lang="en-US" sz="2200"/>
            </a:br>
            <a:r>
              <a:rPr lang="en-US" sz="2200" b="1"/>
              <a:t>Tools:</a:t>
            </a:r>
            <a:r>
              <a:rPr lang="en-US" sz="2200"/>
              <a:t> SQL, Python (Pandas), </a:t>
            </a:r>
            <a:r>
              <a:rPr lang="en-US" sz="2200" err="1"/>
              <a:t>Jupyter</a:t>
            </a:r>
            <a:r>
              <a:rPr lang="en-US" sz="2200"/>
              <a:t> Notebook</a:t>
            </a:r>
            <a:br>
              <a:rPr lang="en-US" sz="2800"/>
            </a:b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1680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8F05-3441-6777-EFA6-2143C3AB3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342" y="-1470031"/>
            <a:ext cx="8394479" cy="2387600"/>
          </a:xfrm>
        </p:spPr>
        <p:txBody>
          <a:bodyPr>
            <a:normAutofit/>
          </a:bodyPr>
          <a:lstStyle/>
          <a:p>
            <a:r>
              <a:rPr lang="en-US" sz="3200" b="1"/>
              <a:t>Phase 2: Data Cleaning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71352-3686-5E16-980E-BEBB285E6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907" y="1486225"/>
            <a:ext cx="10081235" cy="208428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400"/>
              <a:t>• </a:t>
            </a:r>
            <a:r>
              <a:rPr lang="en-US" sz="2200"/>
              <a:t>Removed duplicates</a:t>
            </a:r>
          </a:p>
          <a:p>
            <a:pPr algn="l"/>
            <a:r>
              <a:rPr lang="en-US" sz="2200"/>
              <a:t>• Outlier detection (IQR/Z-score)</a:t>
            </a:r>
          </a:p>
          <a:p>
            <a:pPr algn="l"/>
            <a:r>
              <a:rPr lang="en-US" sz="2200"/>
              <a:t>• Feature engineering (CLV, RFM)</a:t>
            </a:r>
          </a:p>
          <a:p>
            <a:pPr algn="l"/>
            <a:r>
              <a:rPr lang="en-US" sz="2200"/>
              <a:t>• Cleaned categorical fields</a:t>
            </a:r>
          </a:p>
          <a:p>
            <a:pPr algn="l"/>
            <a:endParaRPr lang="en-US" sz="2200"/>
          </a:p>
          <a:p>
            <a:pPr algn="l"/>
            <a:r>
              <a:rPr lang="en-US" sz="2200" b="1"/>
              <a:t>Tools:</a:t>
            </a:r>
            <a:r>
              <a:rPr lang="en-US" sz="2200"/>
              <a:t> Python (Pandas, NumPy)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0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6261-CD85-3716-C028-9AFDEF72D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3" y="-1336481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b="1"/>
              <a:t>Phase 3: Statistical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3AAF-5C1A-A3AC-C3EB-EED2108B5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143" y="1424894"/>
            <a:ext cx="8926286" cy="224359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2800"/>
              <a:t>• Descriptive statistics</a:t>
            </a:r>
          </a:p>
          <a:p>
            <a:pPr algn="l"/>
            <a:r>
              <a:rPr lang="en-US" sz="2800"/>
              <a:t>• Correlation matrix</a:t>
            </a:r>
          </a:p>
          <a:p>
            <a:pPr algn="l"/>
            <a:r>
              <a:rPr lang="en-US" sz="2800"/>
              <a:t>• T‑test: Weekend vs Weekday sales</a:t>
            </a:r>
          </a:p>
          <a:p>
            <a:pPr algn="l"/>
            <a:r>
              <a:rPr lang="en-US" sz="2800"/>
              <a:t>• ANOVA: Country impact on sales</a:t>
            </a:r>
          </a:p>
          <a:p>
            <a:pPr algn="l"/>
            <a:endParaRPr lang="en-US" sz="2800"/>
          </a:p>
          <a:p>
            <a:pPr algn="l"/>
            <a:r>
              <a:rPr lang="en-US" sz="2800" b="1"/>
              <a:t>Tools:</a:t>
            </a:r>
            <a:r>
              <a:rPr lang="en-US" sz="2800"/>
              <a:t> Python (SciPy, </a:t>
            </a:r>
            <a:r>
              <a:rPr lang="en-US" sz="2800" err="1"/>
              <a:t>Statsmodels</a:t>
            </a:r>
            <a:r>
              <a:rPr lang="en-US" sz="2800"/>
              <a:t>), </a:t>
            </a:r>
            <a:r>
              <a:rPr lang="en-US" sz="2800" err="1"/>
              <a:t>Seabor</a:t>
            </a:r>
            <a:br>
              <a:rPr lang="en-US" sz="3600"/>
            </a:br>
            <a:endParaRPr lang="en-US" sz="33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6D3F-D04D-5BA3-396E-8C07B172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2" y="122116"/>
            <a:ext cx="6531429" cy="1293028"/>
          </a:xfrm>
        </p:spPr>
        <p:txBody>
          <a:bodyPr>
            <a:normAutofit/>
          </a:bodyPr>
          <a:lstStyle/>
          <a:p>
            <a:r>
              <a:rPr lang="en-US" sz="3200" b="1"/>
              <a:t>Phase 4: Data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B898-0F8D-2337-8872-ED597B7C9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624786"/>
            <a:ext cx="10820400" cy="14303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• Python charts (heatmaps, trends)</a:t>
            </a:r>
          </a:p>
          <a:p>
            <a:pPr marL="0" indent="0">
              <a:buNone/>
            </a:pPr>
            <a:r>
              <a:rPr lang="en-US"/>
              <a:t>• Power BI dashboard with KPIs, slicers</a:t>
            </a:r>
          </a:p>
          <a:p>
            <a:pPr lvl="1"/>
            <a:endParaRPr lang="en-US" b="1"/>
          </a:p>
          <a:p>
            <a:pPr marL="0" indent="0">
              <a:buNone/>
            </a:pPr>
            <a:r>
              <a:rPr lang="en-US" b="1"/>
              <a:t>Tools:</a:t>
            </a:r>
            <a:r>
              <a:rPr lang="en-US"/>
              <a:t> Power BI</a:t>
            </a:r>
          </a:p>
        </p:txBody>
      </p:sp>
    </p:spTree>
    <p:extLst>
      <p:ext uri="{BB962C8B-B14F-4D97-AF65-F5344CB8AC3E}">
        <p14:creationId xmlns:p14="http://schemas.microsoft.com/office/powerpoint/2010/main" val="295654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1E15-DCEE-B6B5-DE67-9EA04D4A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9857" y="133001"/>
            <a:ext cx="8610600" cy="1293028"/>
          </a:xfrm>
        </p:spPr>
        <p:txBody>
          <a:bodyPr/>
          <a:lstStyle/>
          <a:p>
            <a:r>
              <a:rPr lang="en-US" b="1"/>
              <a:t>Phase 5: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55CB-3816-2543-5827-76C953ED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95846"/>
            <a:ext cx="7434943" cy="22359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• K-Means clustering (RFM segmentation)</a:t>
            </a:r>
          </a:p>
          <a:p>
            <a:pPr marL="0" indent="0">
              <a:buNone/>
            </a:pPr>
            <a:r>
              <a:rPr lang="en-US"/>
              <a:t>• Linear/Logistic Regression models</a:t>
            </a:r>
          </a:p>
          <a:p>
            <a:pPr marL="0" indent="0">
              <a:buNone/>
            </a:pPr>
            <a:r>
              <a:rPr lang="en-US"/>
              <a:t>• Decision Tree classification</a:t>
            </a:r>
          </a:p>
          <a:p>
            <a:pPr marL="0" indent="0">
              <a:buNone/>
            </a:pPr>
            <a:r>
              <a:rPr lang="en-US"/>
              <a:t>• Evaluation metrics (RMSE, Accuracy)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Tools:</a:t>
            </a:r>
            <a:r>
              <a:rPr lang="en-US"/>
              <a:t> Python (Scikit-Learn), </a:t>
            </a:r>
            <a:r>
              <a:rPr lang="en-US" err="1"/>
              <a:t>Jupyter</a:t>
            </a:r>
            <a:r>
              <a:rPr lang="en-US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02813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1889-5166-7709-A753-C52D4CD19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103" y="157977"/>
            <a:ext cx="9820508" cy="926770"/>
          </a:xfrm>
        </p:spPr>
        <p:txBody>
          <a:bodyPr>
            <a:normAutofit/>
          </a:bodyPr>
          <a:lstStyle/>
          <a:p>
            <a:r>
              <a:rPr lang="en-US" sz="3200" b="1"/>
              <a:t>Phase 6: Excel &amp; Final 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BAA99-1B8D-2072-CB45-66974875F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918" y="1476379"/>
            <a:ext cx="8197209" cy="240982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sz="3800"/>
              <a:t>• Pivot tables, VLOOKUP, SUMIFS</a:t>
            </a:r>
          </a:p>
          <a:p>
            <a:pPr algn="l"/>
            <a:r>
              <a:rPr lang="en-US" sz="3800"/>
              <a:t>• Dynamic Excel dashboard</a:t>
            </a:r>
          </a:p>
          <a:p>
            <a:pPr algn="l"/>
            <a:r>
              <a:rPr lang="en-US" sz="3800"/>
              <a:t>• What-If analysis</a:t>
            </a:r>
          </a:p>
          <a:p>
            <a:pPr algn="l"/>
            <a:r>
              <a:rPr lang="en-US" sz="3800"/>
              <a:t>• Final report + PPT prepared</a:t>
            </a:r>
          </a:p>
          <a:p>
            <a:pPr algn="l"/>
            <a:endParaRPr lang="en-US" sz="3800"/>
          </a:p>
          <a:p>
            <a:pPr algn="l"/>
            <a:endParaRPr lang="en-US" sz="3800"/>
          </a:p>
          <a:p>
            <a:pPr algn="l"/>
            <a:r>
              <a:rPr lang="en-US" sz="3800" b="1"/>
              <a:t>Tools:</a:t>
            </a:r>
            <a:r>
              <a:rPr lang="en-US" sz="3800"/>
              <a:t> Excel (Pivot Table, SUMIFS, VLOOKUP), VBA, PowerPoint</a:t>
            </a:r>
            <a:br>
              <a:rPr lang="en-US" sz="4000"/>
            </a:b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23763189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Vapor Trail</vt:lpstr>
      <vt:lpstr>E-Commerce Data Analytics Internship Insights • Dashboards • Machine Learning • Reporting  </vt:lpstr>
      <vt:lpstr>Project Overview</vt:lpstr>
      <vt:lpstr>PowerPoint Presentation</vt:lpstr>
      <vt:lpstr>Phase 2: Data Cleaning</vt:lpstr>
      <vt:lpstr>Phase 3: Statistical Analysis</vt:lpstr>
      <vt:lpstr>Phase 4: Data Visualizations</vt:lpstr>
      <vt:lpstr>Phase 5: Machine Learning</vt:lpstr>
      <vt:lpstr>Phase 6: Excel &amp; Final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 Analytics Internship Insights • Dashboards • Machine Learning • Reporting  </dc:title>
  <dc:creator>anshulkumawat111@gmail.com</dc:creator>
  <cp:lastModifiedBy>anshulkumawat111@gmail.com</cp:lastModifiedBy>
  <cp:revision>1</cp:revision>
  <dcterms:created xsi:type="dcterms:W3CDTF">2025-12-06T05:29:24Z</dcterms:created>
  <dcterms:modified xsi:type="dcterms:W3CDTF">2025-12-26T15:39:45Z</dcterms:modified>
</cp:coreProperties>
</file>